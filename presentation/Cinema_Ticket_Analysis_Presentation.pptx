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1F2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31F20"/>
                </a:solidFill>
                <a:latin typeface="Arial"/>
              </a:rPr>
              <a:t>Retention Rate per Genre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Rate (%)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1F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Horror</c:v>
                </c:pt>
                <c:pt idx="1">
                  <c:v>Drama</c:v>
                </c:pt>
                <c:pt idx="2">
                  <c:v>Action</c:v>
                </c:pt>
                <c:pt idx="3">
                  <c:v>Comedy</c:v>
                </c:pt>
                <c:pt idx="4">
                  <c:v>Sci-Fi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50.2</c:v>
                </c:pt>
                <c:pt idx="1">
                  <c:v>53.3</c:v>
                </c:pt>
                <c:pt idx="2">
                  <c:v>47.7</c:v>
                </c:pt>
                <c:pt idx="3">
                  <c:v>45</c:v>
                </c:pt>
                <c:pt idx="4">
                  <c:v>44.6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9A-4E96-96D7-F0120B5B17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7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7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78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tudio.google.com/reporting/c547962a-b474-4d5b-ba65-307030b39e5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8016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0936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2104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2688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33272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338560" y="320040"/>
            <a:ext cx="256032" cy="256032"/>
          </a:xfrm>
          <a:prstGeom prst="ellipse">
            <a:avLst/>
          </a:prstGeom>
          <a:solidFill>
            <a:srgbClr val="FCF6F5">
              <a:alpha val="12000"/>
            </a:srgbClr>
          </a:solidFill>
          <a:ln w="9525">
            <a:solidFill>
              <a:srgbClr val="FCF6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CINEMA TICKET CUSTOMER SEGMENTATION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RETENTION ANALYSIS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Segmen Pelanggan Paling Loyal Lewat SQL, Clustering, dan Dashboard Interaktif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2194560" cy="0"/>
          </a:xfrm>
          <a:prstGeom prst="line">
            <a:avLst/>
          </a:prstGeom>
          <a:noFill/>
          <a:ln w="1905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Rizno Fadhil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6144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Data Science Graduate  |  riznofadhil2@gmail.com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ticketing &amp; event mengandalkan data transaksi untuk menjawab satu pertanyaan penting: segmen pelanggan mana yang paling loyal, dan mengapa?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ini adalah simulasi analisis end-to-end — dari data mentah transaksi tiket bioskop, hingga segmentasi pelanggan berbasis machine learning dan dashboard siap pakai untuk pengambilan keputusan bisnis.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41732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UTAMA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2240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Apakah pelanggan yang membayar lebih mahal otomatis lebih loyal?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611880"/>
            <a:ext cx="3566160" cy="0"/>
          </a:xfrm>
          <a:prstGeom prst="line">
            <a:avLst/>
          </a:prstGeom>
          <a:noFill/>
          <a:ln w="9525">
            <a:solidFill>
              <a:srgbClr val="FCF6F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3840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589520" y="4434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tiket dianalisis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Metodologi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publik: Cinema Hall Ticket Sales &amp; Customer Behavior (Kaggle) — 1.440 baris, 7 kolom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kolom campuran teks/angka, menangani ID transaksi yang bertabrakan, validasi missing values.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120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210312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 Awal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4290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pertanyaan dasar lewat query SQL: revenue &amp; retensi per genre, tipe kursi, kelompok umur.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5120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Pelanggan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4290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pelanggan secara otomatis berdasarkan pola kemiripan (usia, harga, tipe kursi, ukuran rombongan).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120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(scikit-learn)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182880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72600" y="210312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726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7260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Insight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72600" y="34290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interaktif dan penyusunan rekomendasi bisnis.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72600" y="5120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Awal dari SQL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BigQuery: revenue &amp; tingkat kembali beli tiket (retention rate) per genre, tipe kursi, dan kelompok umur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3796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 PENTING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37960" y="24688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Dilihat satu per satu — per genre, per tipe kursi, per kelompok umur — retention rate ternyata relatif merata di kisaran 45%–54%.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37960" y="3977640"/>
            <a:ext cx="4663440" cy="0"/>
          </a:xfrm>
          <a:prstGeom prst="line">
            <a:avLst/>
          </a:prstGeom>
          <a:noFill/>
          <a:ln w="9525">
            <a:solidFill>
              <a:srgbClr val="FCF6F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420624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satu variabel tunggal yang “menjelaskan” retensi. Ini jadi alasan kuat untuk melangkah ke customer segmentation — melihat kombinasi variabel sekaligus, bukan satu-satu.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Wajah Pelanggan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kelompok pelanggan ditemukan secara otomatis berdasarkan kemiripan usia, harga tiket, tipe kursi, dan ukuran rombongan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Keluarga/Rombongan VIP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~37 th • Kursi Premium/VIP • Datang beramai-ramai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18288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26280" y="2404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19672" y="194767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Penggemar Aksi Dewasa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~49 th • Kursi VIP • Suka film Action • Sendiri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49840" y="18288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149840" y="2404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4233672"/>
            <a:ext cx="365760" cy="365760"/>
          </a:xfrm>
          <a:prstGeom prst="ellipse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 Muda Penggemar Sci-Fi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800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~26 th • Kursi Premium • Suka film Sci-Fi • Sendiri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41148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46.9%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26280" y="4690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397764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19672" y="42336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Hemat yang Setia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9672" y="4800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kursi termurah • Datang sendiri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149840" y="41148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53.4%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149840" y="4690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Interaktif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di Looker Studio — revenue, retention rate, dan segmentasi pelanggan dalam satu tampilan</a:t>
            </a:r>
            <a:endParaRPr lang="en-US" sz="1250" dirty="0"/>
          </a:p>
        </p:txBody>
      </p:sp>
      <p:pic>
        <p:nvPicPr>
          <p:cNvPr id="4" name="Image 0" descr="/home/claude/cinema_project/dashboar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505" y="1371600"/>
            <a:ext cx="8956686" cy="50292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Utama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FCF6F5">
              <a:alpha val="8000"/>
            </a:srgbClr>
          </a:solidFill>
          <a:ln w="12700">
            <a:solidFill>
              <a:srgbClr val="FCF6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7830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Retensi pelanggan TIDAK berkorelasi linear dengan harga atau kemewahan kursi.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23317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“Pelanggan Hemat yang Setia” (harga termurah) justru memiliki retensi tertinggi (53.4%) — mengalahkan segmen VIP dan keluarga yang membayar jauh lebih mahal.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3364992" cy="2606040"/>
          </a:xfrm>
          <a:prstGeom prst="roundRect">
            <a:avLst>
              <a:gd name="adj" fmla="val 3509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365760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Hemat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29077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tertinggi berasal dari kebiasaan, bukan status. Jaga pengalaman konsisten — jangan abaikan karena revenue per transaksi kecil.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3429000"/>
            <a:ext cx="3364992" cy="2606040"/>
          </a:xfrm>
          <a:prstGeom prst="roundRect">
            <a:avLst>
              <a:gd name="adj" fmla="val 3509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365760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VIP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26864" y="4160520"/>
            <a:ext cx="29077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tinggi tapi retensi rata-rata. Butuh program loyalitas khusus, bukan asumsi “mahal = otomatis loyal”.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73568" y="3429000"/>
            <a:ext cx="3364992" cy="2606040"/>
          </a:xfrm>
          <a:prstGeom prst="roundRect">
            <a:avLst>
              <a:gd name="adj" fmla="val 3509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02168" y="365760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Muda (Sci-Fi Solo)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02168" y="4160520"/>
            <a:ext cx="29077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terendah (46.9%). Target potensial untuk kampanye retargeting dan promo personal.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YANG DIGUNAKAN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 (SQL)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 &amp; scikit-learn (K-Means)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(Dashboard)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(Notebook)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920240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RIZNO FADHIL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606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Data Science Graduate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riznofadhil2@gmail.com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linkedin.com/in/rizno-fadhil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bit.ly/RiznoFadhilPortfolio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Customer Segmentation &amp; Retention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634</Words>
  <Application>Microsoft Office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RIZNO FADHIL</cp:lastModifiedBy>
  <cp:revision>2</cp:revision>
  <dcterms:created xsi:type="dcterms:W3CDTF">2026-08-23T16:47:37Z</dcterms:created>
  <dcterms:modified xsi:type="dcterms:W3CDTF">2026-08-23T17:26:30Z</dcterms:modified>
</cp:coreProperties>
</file>